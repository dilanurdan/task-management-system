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5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BB75A-4382-496D-B5C3-665715576563}" v="571" dt="2026-05-26T17:38:13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26.05.2026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190625" y="1122363"/>
            <a:ext cx="9705975" cy="2387600"/>
          </a:xfrm>
        </p:spPr>
        <p:txBody>
          <a:bodyPr>
            <a:normAutofit/>
          </a:bodyPr>
          <a:lstStyle/>
          <a:p>
            <a:r>
              <a:rPr lang="tr-TR" sz="3600" b="1">
                <a:latin typeface="Aptos"/>
                <a:ea typeface="+mj-lt"/>
                <a:cs typeface="+mj-lt"/>
              </a:rPr>
              <a:t>React, Node.js, Express.js ve MySQL Kullanılarak Geliştirilen Rol Tabanlı </a:t>
            </a:r>
            <a:br>
              <a:rPr lang="tr-TR" sz="3600" b="1" dirty="0">
                <a:latin typeface="Aptos"/>
                <a:ea typeface="+mj-lt"/>
                <a:cs typeface="+mj-lt"/>
              </a:rPr>
            </a:br>
            <a:r>
              <a:rPr lang="tr-TR" sz="3600" b="1">
                <a:latin typeface="Aptos"/>
                <a:ea typeface="+mj-lt"/>
                <a:cs typeface="+mj-lt"/>
              </a:rPr>
              <a:t>Görev Yönetim Sistemi</a:t>
            </a:r>
            <a:endParaRPr lang="tr-TR" sz="3600" b="1">
              <a:latin typeface="Aptos"/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8318205" y="5837312"/>
            <a:ext cx="2578396" cy="858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tr-TR" sz="1600" b="1" i="1" dirty="0">
                <a:latin typeface="Calibri"/>
                <a:ea typeface="Calibri"/>
                <a:cs typeface="Calibri"/>
              </a:rPr>
              <a:t>Öğrenci:</a:t>
            </a:r>
            <a:r>
              <a:rPr lang="tr-TR" sz="1600" i="1" dirty="0">
                <a:latin typeface="Calibri"/>
                <a:ea typeface="Calibri"/>
                <a:cs typeface="Calibri"/>
              </a:rPr>
              <a:t> Dila Nur DAN</a:t>
            </a:r>
            <a:br>
              <a:rPr lang="tr-TR" sz="1600" i="1" dirty="0">
                <a:latin typeface="Calibri"/>
                <a:ea typeface="Calibri"/>
                <a:cs typeface="Calibri"/>
              </a:rPr>
            </a:br>
            <a:r>
              <a:rPr lang="tr-TR" sz="1600" b="1" i="1" dirty="0">
                <a:latin typeface="Calibri"/>
                <a:ea typeface="Calibri"/>
                <a:cs typeface="Calibri"/>
              </a:rPr>
              <a:t>No:</a:t>
            </a:r>
            <a:r>
              <a:rPr lang="tr-TR" sz="1600" i="1">
                <a:latin typeface="Calibri"/>
                <a:ea typeface="Calibri"/>
                <a:cs typeface="Calibri"/>
              </a:rPr>
              <a:t> 231201042</a:t>
            </a:r>
            <a:br>
              <a:rPr lang="tr-TR" sz="1600" i="1" dirty="0">
                <a:latin typeface="Calibri"/>
                <a:ea typeface="Calibri"/>
                <a:cs typeface="Calibri"/>
              </a:rPr>
            </a:br>
            <a:r>
              <a:rPr lang="tr-TR" sz="1600" b="1" i="1">
                <a:latin typeface="Calibri"/>
                <a:ea typeface="Calibri"/>
                <a:cs typeface="Calibri"/>
              </a:rPr>
              <a:t>Dönem:</a:t>
            </a:r>
            <a:r>
              <a:rPr lang="tr-TR" sz="1600" i="1" dirty="0">
                <a:latin typeface="Calibri"/>
                <a:ea typeface="Calibri"/>
                <a:cs typeface="Calibri"/>
              </a:rPr>
              <a:t> 2025–2026 Bahar</a:t>
            </a:r>
            <a:endParaRPr lang="tr-TR" sz="1600" i="1"/>
          </a:p>
          <a:p>
            <a:pPr algn="l"/>
            <a:endParaRPr lang="tr-TR" sz="1600" i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BA988C-4994-8308-B075-01BDB7D6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Projenin Amacı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5C8077-FB4C-26E0-A963-591665616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Web tabanlı görev yönetim sistemi geliştirmek </a:t>
            </a:r>
            <a:endParaRPr lang="tr-TR"/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Kullanıcıların görev oluşturmasını ve yönetmesini sağlamak </a:t>
            </a:r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Rol tabanlı erişim kontrolü (RBAC) uygulamak </a:t>
            </a:r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Güvenli kimlik doğrulama sağlamak</a:t>
            </a:r>
          </a:p>
          <a:p>
            <a:pPr marL="342900" indent="-342900">
              <a:lnSpc>
                <a:spcPct val="150000"/>
              </a:lnSpc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275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1AC108-DCFD-CC19-B0E9-99651D74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Kullanılan Teknolojiler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72A9CE2-EBCF-C37D-9B88-3599029FF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React.js (Frontend) </a:t>
            </a:r>
            <a:endParaRPr lang="tr-TR" sz="2400"/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Node.js (Backend) </a:t>
            </a:r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Express.js (API) </a:t>
            </a:r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MySQL (Veritabanı) </a:t>
            </a:r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Sequelize ORM </a:t>
            </a:r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JWT (Kimlik doğrulama) </a:t>
            </a:r>
          </a:p>
          <a:p>
            <a:pPr marL="342900" indent="-342900"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bcrypt (Şifre güvenliği)</a:t>
            </a:r>
          </a:p>
          <a:p>
            <a:pPr marL="342900" indent="-342900">
              <a:lnSpc>
                <a:spcPct val="150000"/>
              </a:lnSpc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3792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6A719F-F8C0-C51E-EB33-11607838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Sistem Mimarisi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37C8DF-68A9-E95F-783F-38439145D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Client–Server mimarisi </a:t>
            </a:r>
            <a:endParaRPr lang="tr-TR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RESTful API yapısı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4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MVC mimarisi: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400">
                <a:latin typeface="Calibri"/>
                <a:ea typeface="Calibri"/>
                <a:cs typeface="Calibri"/>
              </a:rPr>
              <a:t>- Model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400">
                <a:latin typeface="Calibri"/>
                <a:ea typeface="Calibri"/>
                <a:cs typeface="Calibri"/>
              </a:rPr>
              <a:t>- View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400">
                <a:latin typeface="Calibri"/>
                <a:ea typeface="Calibri"/>
                <a:cs typeface="Calibri"/>
              </a:rPr>
              <a:t>- Controller </a:t>
            </a:r>
          </a:p>
          <a:p>
            <a:pPr>
              <a:lnSpc>
                <a:spcPct val="150000"/>
              </a:lnSpc>
              <a:spcBef>
                <a:spcPts val="1500"/>
              </a:spcBef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Middleware ile güvenlik kontrolü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895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AF9EF7-C19E-94CE-4C4F-68994DFE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Kullanıcı Rolleri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90125D-C999-8931-3E83-2310D09FB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400" b="1">
                <a:latin typeface="Calibri"/>
                <a:ea typeface="Calibri"/>
                <a:cs typeface="Calibri"/>
              </a:rPr>
              <a:t>Admin</a:t>
            </a:r>
            <a:r>
              <a:rPr lang="tr-TR" sz="2400" dirty="0">
                <a:latin typeface="Calibri"/>
                <a:ea typeface="Calibri"/>
                <a:cs typeface="Calibri"/>
              </a:rPr>
              <a:t> </a:t>
            </a:r>
            <a:endParaRPr lang="tr-TR" sz="24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tr-TR" sz="2400">
                <a:latin typeface="Calibri"/>
                <a:ea typeface="Calibri"/>
                <a:cs typeface="Calibri"/>
              </a:rPr>
              <a:t>Tüm kullanıcıları yönetir </a:t>
            </a:r>
          </a:p>
          <a:p>
            <a:pPr marL="342900" indent="-342900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tr-TR" sz="2400">
                <a:latin typeface="Calibri"/>
                <a:ea typeface="Calibri"/>
                <a:cs typeface="Calibri"/>
              </a:rPr>
              <a:t>Tüm görevleri görür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400" b="1">
                <a:latin typeface="Calibri"/>
                <a:ea typeface="Calibri"/>
                <a:cs typeface="Calibri"/>
              </a:rPr>
              <a:t>Manager</a:t>
            </a:r>
            <a:r>
              <a:rPr lang="tr-TR" sz="2400" dirty="0">
                <a:latin typeface="Calibri"/>
                <a:ea typeface="Calibri"/>
                <a:cs typeface="Calibri"/>
              </a:rPr>
              <a:t> </a:t>
            </a:r>
            <a:endParaRPr lang="tr-TR" sz="24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tr-TR" sz="2400">
                <a:latin typeface="Calibri"/>
                <a:ea typeface="Calibri"/>
                <a:cs typeface="Calibri"/>
              </a:rPr>
              <a:t>İstatistikleri görüntüler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400" b="1">
                <a:latin typeface="Calibri"/>
                <a:ea typeface="Calibri"/>
                <a:cs typeface="Calibri"/>
              </a:rPr>
              <a:t>User</a:t>
            </a:r>
            <a:r>
              <a:rPr lang="tr-TR" sz="2400" dirty="0">
                <a:latin typeface="Calibri"/>
                <a:ea typeface="Calibri"/>
                <a:cs typeface="Calibri"/>
              </a:rPr>
              <a:t> </a:t>
            </a:r>
            <a:endParaRPr lang="tr-TR" sz="24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tr-TR" sz="2400">
                <a:latin typeface="Calibri"/>
                <a:ea typeface="Calibri"/>
                <a:cs typeface="Calibri"/>
              </a:rPr>
              <a:t>Kendi görevlerini yönetir</a:t>
            </a:r>
          </a:p>
          <a:p>
            <a:pPr marL="0" indent="0">
              <a:lnSpc>
                <a:spcPct val="150000"/>
              </a:lnSpc>
              <a:buNone/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169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40D814-1ECC-DB2C-B211-F9336C4B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Özellikler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4E1548-9C42-2A34-2E8C-E33EC1BB5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Kullanıcı kayıt / giriş sistemi </a:t>
            </a:r>
            <a:endParaRPr lang="tr-TR"/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JWT tabanlı authentication </a:t>
            </a:r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Görev oluşturma, silme, güncelleme </a:t>
            </a:r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Rol tabanlı yetkilendirme </a:t>
            </a:r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Güvenli veri saklama (bcrypt)</a:t>
            </a:r>
          </a:p>
          <a:p>
            <a:pPr>
              <a:lnSpc>
                <a:spcPct val="150000"/>
              </a:lnSpc>
              <a:buFont typeface="Arial"/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230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E1E111-3B40-1E73-10FC-22DCA0BE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Veritabanı Yapısı</a:t>
            </a:r>
            <a:endParaRPr lang="tr-TR" sz="4000">
              <a:latin typeface="Calibri"/>
              <a:ea typeface="Calibri"/>
              <a:cs typeface="Calibri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C43068-0F6F-30A0-027F-2A3461971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33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>
                <a:latin typeface="Calibri"/>
                <a:ea typeface="Calibri"/>
                <a:cs typeface="Calibri"/>
              </a:rPr>
              <a:t>Users tablosu </a:t>
            </a:r>
            <a:endParaRPr lang="tr-TR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tr-TR" sz="2000">
                <a:latin typeface="Calibri"/>
                <a:ea typeface="Calibri"/>
                <a:cs typeface="Calibri"/>
              </a:rPr>
              <a:t>Tasks tablosu </a:t>
            </a:r>
            <a:endParaRPr lang="tr-TR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tr-TR" sz="2000" i="1">
                <a:latin typeface="Calibri"/>
                <a:ea typeface="Calibri"/>
                <a:cs typeface="Calibri"/>
              </a:rPr>
              <a:t>One-to-Many ilişki: 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tr-TR" sz="2000">
                <a:latin typeface="Calibri"/>
                <a:ea typeface="Calibri"/>
                <a:cs typeface="Calibri"/>
              </a:rPr>
              <a:t>-    1 kullanıcı → çok görev </a:t>
            </a:r>
            <a:endParaRPr lang="tr-TR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spcBef>
                <a:spcPts val="1500"/>
              </a:spcBef>
              <a:buNone/>
            </a:pPr>
            <a:r>
              <a:rPr lang="tr-TR" sz="20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Görev durumları: </a:t>
            </a:r>
            <a:endParaRPr lang="tr-TR" sz="2000"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2000"/>
              </a:spcBef>
              <a:buFont typeface="Calibri" panose="020B0604020202020204" pitchFamily="34" charset="0"/>
              <a:buChar char="-"/>
            </a:pPr>
            <a:r>
              <a:rPr lang="tr-TR" sz="2000">
                <a:latin typeface="Calibri"/>
                <a:ea typeface="Calibri"/>
                <a:cs typeface="Calibri"/>
              </a:rPr>
              <a:t>Todo </a:t>
            </a:r>
            <a:endParaRPr lang="tr-TR" sz="2000"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2000"/>
              </a:spcBef>
              <a:buFont typeface="Calibri" panose="020B0604020202020204" pitchFamily="34" charset="0"/>
              <a:buChar char="-"/>
            </a:pPr>
            <a:r>
              <a:rPr lang="tr-TR" sz="2000">
                <a:latin typeface="Calibri"/>
                <a:ea typeface="Calibri"/>
                <a:cs typeface="Calibri"/>
              </a:rPr>
              <a:t>In Progress </a:t>
            </a:r>
            <a:endParaRPr lang="tr-TR" sz="20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2000"/>
              </a:spcBef>
              <a:buFont typeface="Calibri" panose="020B0604020202020204" pitchFamily="34" charset="0"/>
              <a:buChar char="-"/>
            </a:pPr>
            <a:r>
              <a:rPr lang="tr-TR" sz="2000">
                <a:latin typeface="Calibri"/>
                <a:ea typeface="Calibri"/>
                <a:cs typeface="Calibri"/>
              </a:rPr>
              <a:t>Done </a:t>
            </a:r>
            <a:endParaRPr lang="tr-TR" sz="2000"/>
          </a:p>
          <a:p>
            <a:pPr marL="0" indent="0">
              <a:lnSpc>
                <a:spcPct val="150000"/>
              </a:lnSpc>
              <a:buNone/>
            </a:pPr>
            <a:endParaRPr lang="tr-TR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lang="tr-TR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645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7C5C80-3579-BF28-E887-61C6C619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Güvenlik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39D05A-75F4-4549-3578-9D62EB681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JWT token sistemi </a:t>
            </a:r>
            <a:endParaRPr lang="tr-TR"/>
          </a:p>
          <a:p>
            <a:pPr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Middleware ile yetki kontrolü </a:t>
            </a:r>
          </a:p>
          <a:p>
            <a:pPr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Şifreler hashlenmiş şekilde saklanır (bcrypt) </a:t>
            </a:r>
          </a:p>
          <a:p>
            <a:pPr>
              <a:lnSpc>
                <a:spcPct val="150000"/>
              </a:lnSpc>
            </a:pPr>
            <a:r>
              <a:rPr lang="tr-TR" sz="2400">
                <a:latin typeface="Calibri"/>
                <a:ea typeface="Calibri"/>
                <a:cs typeface="Calibri"/>
              </a:rPr>
              <a:t>Yetkisiz erişim engelleme</a:t>
            </a:r>
          </a:p>
          <a:p>
            <a:pPr>
              <a:lnSpc>
                <a:spcPct val="150000"/>
              </a:lnSpc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05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B35FFC-565D-BB15-15B8-9F809841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Bulgular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34D20E-E651-E20E-B517-1486A1430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Sistem başarılı şekilde çalıştı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CRUD işlemleri sorunsuz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Rol bazlı sistem düzgün çalışıyor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Güvenlik kontrolleri başarılı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9545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6BD114-C0C1-4A43-9735-76A1510A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Sonuç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91C930-565E-0E21-F0DC-879768E7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Modern full-stack uygulama geliştirildi </a:t>
            </a:r>
            <a:endParaRPr lang="tr-TR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Güvenli ve ölçeklenebilir yapı kuruldu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RBAC sistemi başarıyla uygulandı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tr-TR" sz="2400">
                <a:latin typeface="Calibri"/>
                <a:ea typeface="Calibri"/>
                <a:cs typeface="Calibri"/>
              </a:rPr>
              <a:t>REST API + React entegrasyonu sağlandı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1675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F37CF1-8897-F942-C897-1B9CD953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>
                <a:latin typeface="Calibri"/>
                <a:ea typeface="Calibri"/>
                <a:cs typeface="Calibri"/>
              </a:rPr>
              <a:t>Gelecek Geliştirmeler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E94022-5A70-351A-DFCC-DCA0CD36B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Mobil uygulama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Gerçek zamanlı bildirim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Redis cache sistemi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Docker entegrasyonu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</a:pPr>
            <a:r>
              <a:rPr lang="tr-TR" sz="2400">
                <a:latin typeface="Calibri"/>
                <a:ea typeface="Calibri"/>
                <a:cs typeface="Calibri"/>
              </a:rPr>
              <a:t>E-posta doğrulama </a:t>
            </a:r>
            <a:endParaRPr lang="tr-T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</a:pPr>
            <a:endParaRPr lang="tr-TR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409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69D70C-E1F7-47E2-14EB-5DFA100A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000"/>
              <a:t>Teşekkürler...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9DAD72B-A1CD-3423-B998-F7932A49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6525753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Ofis Teması</vt:lpstr>
      <vt:lpstr>React, Node.js, Express.js ve MySQL Kullanılarak Geliştirilen Rol Tabanlı  Görev Yönetim Sistemi</vt:lpstr>
      <vt:lpstr>Projenin Amacı</vt:lpstr>
      <vt:lpstr>Kullanılan Teknolojiler</vt:lpstr>
      <vt:lpstr>Sistem Mimarisi</vt:lpstr>
      <vt:lpstr>Kullanıcı Rolleri</vt:lpstr>
      <vt:lpstr>Özellikler</vt:lpstr>
      <vt:lpstr>Veritabanı Yapısı</vt:lpstr>
      <vt:lpstr>Güvenlik</vt:lpstr>
      <vt:lpstr>Bulgular</vt:lpstr>
      <vt:lpstr>Sonuç</vt:lpstr>
      <vt:lpstr>Gelecek Geliştirmeler</vt:lpstr>
      <vt:lpstr>Teşekkürler...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308</cp:revision>
  <dcterms:created xsi:type="dcterms:W3CDTF">2026-05-26T16:39:00Z</dcterms:created>
  <dcterms:modified xsi:type="dcterms:W3CDTF">2026-05-26T17:38:33Z</dcterms:modified>
</cp:coreProperties>
</file>